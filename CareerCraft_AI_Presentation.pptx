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CareerCraft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Multi-Agent Career Intelligence &amp; Strategic Dashboard</a:t>
            </a:r>
          </a:p>
          <a:p/>
          <a:p>
            <a:r>
              <a:t>Mareddy Samruth Reddy</a:t>
            </a:r>
          </a:p>
          <a:p>
            <a:r>
              <a:t>Artificial Intelligence &amp;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ATS and Career Platforms suffer from:</a:t>
            </a:r>
          </a:p>
          <a:p>
            <a:pPr lvl="1"/>
            <a:r>
              <a:t>• Static 'Yes/No' filters without growth logic.</a:t>
            </a:r>
          </a:p>
          <a:p>
            <a:pPr lvl="1"/>
            <a:r>
              <a:t>• Identifying gaps without providing roadmaps.</a:t>
            </a:r>
          </a:p>
          <a:p>
            <a:pPr lvl="1"/>
            <a:r>
              <a:t>• Lack of context-awareness (Live market trends).</a:t>
            </a:r>
          </a:p>
          <a:p>
            <a:pPr lvl="1"/>
            <a:r>
              <a:t>• No long-term persistence or memory of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Multi-Agent Autonomous Strategy Layer:</a:t>
            </a:r>
          </a:p>
          <a:p>
            <a:pPr lvl="1"/>
            <a:r>
              <a:t>• 7 Specialized Agents collaborating via LangGraph.</a:t>
            </a:r>
          </a:p>
          <a:p>
            <a:pPr lvl="1"/>
            <a:r>
              <a:t>• RAG-Grounded advice using internal knowledge bases.</a:t>
            </a:r>
          </a:p>
          <a:p>
            <a:pPr lvl="1"/>
            <a:r>
              <a:t>• Real-time industry alignment via Web Search Tools.</a:t>
            </a:r>
          </a:p>
          <a:p>
            <a:pPr lvl="1"/>
            <a:r>
              <a:t>• Dynamic 12-week roadmaps with live resource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State Management: Used LangGraph's StateGraph for robust handoffs.</a:t>
            </a:r>
          </a:p>
          <a:p>
            <a:r>
              <a:t>• Hallucinations: Implemented Security Guardrail nodes for validation.</a:t>
            </a:r>
          </a:p>
          <a:p>
            <a:r>
              <a:t>• Rate Limits: Optimized context with aggressive compression.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Mobile Application Deployment (Android/iOS).</a:t>
            </a:r>
          </a:p>
          <a:p>
            <a:r>
              <a:t>• Real-time Skill Verification (GitHub/LinkedIn API).</a:t>
            </a:r>
          </a:p>
          <a:p>
            <a:r>
              <a:t>• Enterprise HR Integration for internal mobility.</a:t>
            </a:r>
          </a:p>
          <a:p>
            <a:r>
              <a:t>• Voice-based Mock Interview Simulations.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Impact &amp; Success:</a:t>
            </a:r>
          </a:p>
          <a:p>
            <a:pPr lvl="1"/>
            <a:r>
              <a:t>• 95%+ Entity Extraction Accuracy.</a:t>
            </a:r>
          </a:p>
          <a:p>
            <a:pPr lvl="1"/>
            <a:r>
              <a:t>• 100% Data Persistence and Reasoning Traceability.</a:t>
            </a:r>
          </a:p>
          <a:p>
            <a:pPr lvl="1"/>
            <a:r>
              <a:t>• Bridging the gap between static matching and strategic coaching.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